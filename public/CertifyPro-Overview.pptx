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CertifyPro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97280" y="2560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Issue &amp; Verify Certificates at Scale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by 500+ organizations  •  50,000+ certificates issued  •  99.9% uptime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0" y="457200"/>
            <a:ext cx="2286000" cy="2286000"/>
          </a:xfrm>
          <a:prstGeom prst="ellipse">
            <a:avLst/>
          </a:prstGeom>
          <a:solidFill>
            <a:srgbClr val="3D9970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3657600"/>
            <a:ext cx="1645920" cy="1645920"/>
          </a:xfrm>
          <a:prstGeom prst="ellipse">
            <a:avLst/>
          </a:prstGeom>
          <a:solidFill>
            <a:srgbClr val="1A2E5A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47548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15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Time-Consuming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286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certificate creation takes hours per batch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645920"/>
            <a:ext cx="47548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15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85800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Verification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0" y="2286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Recipients can't verify authenticity of certificates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47548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840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828800" y="3840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Design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4297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vary, brand identity is lost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60720" y="3657600"/>
            <a:ext cx="47548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3840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58000" y="3840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Tracking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4297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can't track issued certificates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CertifyPro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platform for certificate creation, issuance, and verification — with QR codes, custom branding, and bulk generation.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3108960" cy="1737360"/>
          </a:xfrm>
          <a:prstGeom prst="roundRect">
            <a:avLst>
              <a:gd name="adj" fmla="val 7895"/>
            </a:avLst>
          </a:prstGeom>
          <a:solidFill>
            <a:srgbClr val="141B2D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&amp; Drop Builder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3337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template editor with draggable logos, signatures, and seals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2560320"/>
            <a:ext cx="3108960" cy="1737360"/>
          </a:xfrm>
          <a:prstGeom prst="roundRect">
            <a:avLst>
              <a:gd name="adj" fmla="val 7895"/>
            </a:avLst>
          </a:prstGeom>
          <a:solidFill>
            <a:srgbClr val="141B2D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Generation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3337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CSV, generate hundreds of certificates in minutes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2560320"/>
            <a:ext cx="3108960" cy="1737360"/>
          </a:xfrm>
          <a:prstGeom prst="roundRect">
            <a:avLst>
              <a:gd name="adj" fmla="val 7895"/>
            </a:avLst>
          </a:prstGeom>
          <a:solidFill>
            <a:srgbClr val="141B2D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Verification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0" y="3337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certificate gets a unique QR code for instant verification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663440"/>
            <a:ext cx="3108960" cy="1737360"/>
          </a:xfrm>
          <a:prstGeom prst="roundRect">
            <a:avLst>
              <a:gd name="adj" fmla="val 7895"/>
            </a:avLst>
          </a:prstGeom>
          <a:solidFill>
            <a:srgbClr val="141B2D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937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Pages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5440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pages show your org's branding, not ours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0" y="4663440"/>
            <a:ext cx="3108960" cy="1737360"/>
          </a:xfrm>
          <a:prstGeom prst="roundRect">
            <a:avLst>
              <a:gd name="adj" fmla="val 7895"/>
            </a:avLst>
          </a:prstGeom>
          <a:solidFill>
            <a:srgbClr val="141B2D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4937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Control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5440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exactly which data fields appear after QR scan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80960" y="4663440"/>
            <a:ext cx="3108960" cy="1737360"/>
          </a:xfrm>
          <a:prstGeom prst="roundRect">
            <a:avLst>
              <a:gd name="adj" fmla="val 7895"/>
            </a:avLst>
          </a:prstGeom>
          <a:solidFill>
            <a:srgbClr val="141B2D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4937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&amp; Trackable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55280" y="5440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verifications, revoke certificates, manage batches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80160" y="1645920"/>
            <a:ext cx="914400" cy="914400"/>
          </a:xfrm>
          <a:prstGeom prst="ellipse">
            <a:avLst/>
          </a:prstGeom>
          <a:solidFill>
            <a:srgbClr val="1A2E5A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560320" y="1874520"/>
            <a:ext cx="457200" cy="45720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Template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your certificate background, logo, and signature image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1645920"/>
            <a:ext cx="914400" cy="914400"/>
          </a:xfrm>
          <a:prstGeom prst="ellipse">
            <a:avLst/>
          </a:prstGeom>
          <a:solidFill>
            <a:srgbClr val="1A2E5A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212080" y="1874520"/>
            <a:ext cx="457200" cy="45720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Fields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33375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and position where name, date, ID, and other fields appear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1645920"/>
            <a:ext cx="914400" cy="914400"/>
          </a:xfrm>
          <a:prstGeom prst="ellipse">
            <a:avLst/>
          </a:prstGeom>
          <a:solidFill>
            <a:srgbClr val="1A2E5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863840" y="1874520"/>
            <a:ext cx="457200" cy="45720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0" y="33375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CSV with recipient details — names, emails, roll numbers, etc.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1645920"/>
            <a:ext cx="914400" cy="914400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68680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&amp; Share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95360" y="33375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PDFs with unique QR codes. Download as ZIP or send via email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Template Builder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powerful drag-and-drop editor for designing certificate templates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274320" cy="2743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9970"/>
                </a:solidFill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custom background images (PNG, JPG, PDF)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423160"/>
            <a:ext cx="274320" cy="2743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9970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&amp; position logo, signature, and seal anywhere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971800"/>
            <a:ext cx="274320" cy="2743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9970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926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text fields: recipient name, date, serial number, custom fields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520440"/>
            <a:ext cx="274320" cy="2743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9970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 font family, size, color, and alignment per field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069080"/>
            <a:ext cx="274320" cy="2743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9970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4023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QR code position and size on the certificate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4617720"/>
            <a:ext cx="274320" cy="2743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9970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572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preview as you design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Verification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certificate gets a unique, tamper-proof QR code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certificate is assigned a unique verification token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606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QR code is generated encoding the verification URL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 opens a branded verification page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794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admin-selected fields are displayed (name, date, etc.)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4389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logo and name appear — not CertifyPro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983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983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is logged for audit tracking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0" y="1828800"/>
            <a:ext cx="3200400" cy="38404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1031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📱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04672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Verify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0" y="39319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#CP-2026-0042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Recipient: John Doe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✅ Valid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Verification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brand, your verification page — not ours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457200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5603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CertifyPro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verification page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organization branding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all data fields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828800"/>
            <a:ext cx="457200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3D997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5603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Your Organization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 &amp; brand colors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selected fields visible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Professional, premium feel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D997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Certificate Generation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754880" cy="1188720"/>
          </a:xfrm>
          <a:prstGeom prst="roundRect">
            <a:avLst>
              <a:gd name="adj" fmla="val 7692"/>
            </a:avLst>
          </a:prstGeom>
          <a:solidFill>
            <a:srgbClr val="E8F5E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Upload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recipient data from any spreadsheet — names, emails, roll numbers, custom fields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463040"/>
            <a:ext cx="4754880" cy="1188720"/>
          </a:xfrm>
          <a:prstGeom prst="roundRect">
            <a:avLst>
              <a:gd name="adj" fmla="val 7692"/>
            </a:avLst>
          </a:prstGeom>
          <a:solidFill>
            <a:srgbClr val="E8F5EE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1600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0" y="19659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hundreds of unique certificates in one click with progress tracking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4754880" cy="1188720"/>
          </a:xfrm>
          <a:prstGeom prst="roundRect">
            <a:avLst>
              <a:gd name="adj" fmla="val 7692"/>
            </a:avLst>
          </a:prstGeom>
          <a:solidFill>
            <a:srgbClr val="E8F5E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063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Issue Date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429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exact date to appear on certificates — not just today's date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2926080"/>
            <a:ext cx="4754880" cy="1188720"/>
          </a:xfrm>
          <a:prstGeom prst="roundRect">
            <a:avLst>
              <a:gd name="adj" fmla="val 7692"/>
            </a:avLst>
          </a:prstGeom>
          <a:solidFill>
            <a:srgbClr val="E8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3063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 Download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0" y="3429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all certificates as a single ZIP file with loading indicator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389120"/>
            <a:ext cx="4754880" cy="1188720"/>
          </a:xfrm>
          <a:prstGeom prst="roundRect">
            <a:avLst>
              <a:gd name="adj" fmla="val 7692"/>
            </a:avLst>
          </a:prstGeom>
          <a:solidFill>
            <a:srgbClr val="E8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526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Re-download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48920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and re-download any previous batch from your dashboard anytime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4389120"/>
            <a:ext cx="4754880" cy="1188720"/>
          </a:xfrm>
          <a:prstGeom prst="roundRect">
            <a:avLst>
              <a:gd name="adj" fmla="val 7692"/>
            </a:avLst>
          </a:prstGeom>
          <a:solidFill>
            <a:srgbClr val="E8F5EE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4526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Management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35040" y="48920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filter, and delete batches with confirmation protection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Reliability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310896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45920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database table protected with granular access policies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1645920"/>
            <a:ext cx="310896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120640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Tamper-Proof QR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468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verification tokens that can't be guessed or forged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0" y="1645920"/>
            <a:ext cx="310896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595360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55280" y="2468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QR scan logged with timestamp, IP, and user agent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310896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4592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Fallback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572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works even if backend is temporarily down via GitHub fallback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06240" y="3749040"/>
            <a:ext cx="310896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🚫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12064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4572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 any certificate instantly — status updates in real-time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80960" y="3749040"/>
            <a:ext cx="310896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59536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9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55280" y="4572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admins and members with appropriate permissions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3D997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2743200" cy="2743200"/>
          </a:xfrm>
          <a:prstGeom prst="ellipse">
            <a:avLst/>
          </a:prstGeom>
          <a:solidFill>
            <a:srgbClr val="3D997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Get Started?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8288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500+ organizations already using CertifyPro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B8C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create, issue, and verify certificates at scale.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4114800"/>
            <a:ext cx="3200400" cy="731520"/>
          </a:xfrm>
          <a:prstGeom prst="roundRect">
            <a:avLst>
              <a:gd name="adj" fmla="val 50000"/>
            </a:avLst>
          </a:prstGeom>
          <a:solidFill>
            <a:srgbClr val="3D997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4114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 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0" y="5303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verify-ease-pro.lovable.app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CertifyPro - Certificate Generation &amp; Verification Platform</dc:title>
  <dc:subject>PptxGenJS Presentation</dc:subject>
  <dc:creator>CertifyPro</dc:creator>
  <cp:lastModifiedBy>CertifyPro</cp:lastModifiedBy>
  <cp:revision>1</cp:revision>
  <dcterms:created xsi:type="dcterms:W3CDTF">2026-04-08T19:50:32Z</dcterms:created>
  <dcterms:modified xsi:type="dcterms:W3CDTF">2026-04-08T19:50:32Z</dcterms:modified>
</cp:coreProperties>
</file>